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C2FF"/>
                </a:solidFill>
                <a:latin typeface="Calibri"/>
              </a:rPr>
              <a:t>aicritic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45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  <a:latin typeface="Calibri"/>
              </a:rPr>
              <a:t>Multi-Model AI Code Review  ·  Executive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BECC"/>
                </a:solidFill>
                <a:latin typeface="Calibri"/>
              </a:rPr>
              <a:t>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3566160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16128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</a:rPr>
              <a:t>CURRENT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9663" y="1143000"/>
            <a:ext cx="356616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116128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</a:rPr>
              <a:t>FUTURE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0727" y="1143000"/>
            <a:ext cx="3566160" cy="34747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5" y="1161288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</a:rPr>
              <a:t>BENEFITS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490472"/>
            <a:ext cx="3566160" cy="50749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9663" y="1490472"/>
            <a:ext cx="3566160" cy="50749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0727" y="1490472"/>
            <a:ext cx="3566160" cy="50749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500"/>
                </a:solidFill>
                <a:latin typeface="Calibri"/>
              </a:rPr>
              <a:t>Single-model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938528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One LLM call — one perspective, one blind spot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Developers manually review AI suggestions with no cross-check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Security, coverage &amp; migration reviews are manual or skipped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No audit trail — no record of what was flagged or fixed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Tool fragmentation: separate tools per concern (Snyk, SonarQube, manual PR review)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Findings require engineer judgment to triage — no risk prioritisation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96"/>
                </a:solidFill>
                <a:latin typeface="Calibri"/>
              </a:rPr>
              <a:t>Three-model critic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1938528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Claude Sonnet → primary analysis across 8 built-in review tools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Gemini → independent cross-check, flags gaps &amp; contradictions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Claude Opus → final arbiter assigns risk levels (Low/Med/High/Critical)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Optional Fixer stage applies approved fixes with full diff preview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Works as a CLI today; available as @aicritic in VS Code Copilot Chat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Role files control model, focus &amp; strictness — no code changes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Calibri"/>
              </a:rPr>
              <a:t>Higher-confidence, faster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938528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Catches issues a single model misses — adversarial cross-check by design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Covers security, secrets, coverage, migrations, dependencies &amp; more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Runs on existing Copilot Enterprise licence — zero extra cost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Automated fixes reduce engineer toil on mechanical remediation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Consistent risk taxonomy across all teams and repositories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BECC"/>
                </a:solidFill>
                <a:latin typeface="Calibri"/>
              </a:rPr>
              <a:t>▸  Full markdown report + backup-before-write for audit &amp;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2FF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2FF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111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C"/>
                </a:solidFill>
                <a:latin typeface="Calibri"/>
              </a:rPr>
              <a:t>Phase 1 — CLI  ✓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66111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C"/>
                </a:solidFill>
                <a:latin typeface="Calibri"/>
              </a:rPr>
              <a:t>Phase 2 — Copilot Extension  ✓ 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66111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A500"/>
                </a:solidFill>
                <a:latin typeface="Calibri"/>
              </a:rPr>
              <a:t>Phase 3 — Internal Hosting  ◌ Planned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